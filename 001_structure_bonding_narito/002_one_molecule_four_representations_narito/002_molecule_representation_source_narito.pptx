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321300" cy="3771900"/>
  <p:notesSz cx="6858000" cy="9144000"/>
  <p:embeddedFontLst>
    <p:embeddedFont>
      <p:font typeface="Canva Sans Bold" panose="020B0604020202020204" charset="0"/>
      <p:regular r:id="rId13"/>
    </p:embeddedFont>
    <p:embeddedFont>
      <p:font typeface="Canva Sans Bold Italics" panose="020B0604020202020204" charset="0"/>
      <p:regular r:id="rId14"/>
    </p:embeddedFont>
    <p:embeddedFont>
      <p:font typeface="Chewy" panose="020B0604020202020204" charset="0"/>
      <p:regular r:id="rId15"/>
    </p:embeddedFont>
    <p:embeddedFont>
      <p:font typeface="League Spartan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32" d="100"/>
          <a:sy n="132" d="100"/>
        </p:scale>
        <p:origin x="701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" name="Group 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Freeform 1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3" name="Freeform 1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>
            <a:off x="3868790" y="2095143"/>
            <a:ext cx="898947" cy="1224500"/>
          </a:xfrm>
          <a:custGeom>
            <a:avLst/>
            <a:gdLst/>
            <a:ahLst/>
            <a:cxnLst/>
            <a:rect l="l" t="t" r="r" b="b"/>
            <a:pathLst>
              <a:path w="898947" h="1224500">
                <a:moveTo>
                  <a:pt x="0" y="0"/>
                </a:moveTo>
                <a:lnTo>
                  <a:pt x="898947" y="0"/>
                </a:lnTo>
                <a:lnTo>
                  <a:pt x="898947" y="1224500"/>
                </a:lnTo>
                <a:lnTo>
                  <a:pt x="0" y="122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Freeform 15"/>
          <p:cNvSpPr/>
          <p:nvPr/>
        </p:nvSpPr>
        <p:spPr>
          <a:xfrm>
            <a:off x="334224" y="444966"/>
            <a:ext cx="926780" cy="917550"/>
          </a:xfrm>
          <a:custGeom>
            <a:avLst/>
            <a:gdLst/>
            <a:ahLst/>
            <a:cxnLst/>
            <a:rect l="l" t="t" r="r" b="b"/>
            <a:pathLst>
              <a:path w="926780" h="917550">
                <a:moveTo>
                  <a:pt x="0" y="0"/>
                </a:moveTo>
                <a:lnTo>
                  <a:pt x="926781" y="0"/>
                </a:lnTo>
                <a:lnTo>
                  <a:pt x="926781" y="917549"/>
                </a:lnTo>
                <a:lnTo>
                  <a:pt x="0" y="9175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6" name="TextBox 16"/>
          <p:cNvSpPr txBox="1"/>
          <p:nvPr/>
        </p:nvSpPr>
        <p:spPr>
          <a:xfrm>
            <a:off x="1390044" y="601915"/>
            <a:ext cx="2629752" cy="50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0"/>
              </a:lnSpc>
            </a:pPr>
            <a:r>
              <a:rPr lang="en-US" sz="14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ORGANIC CHEMISTRY</a:t>
            </a:r>
          </a:p>
          <a:p>
            <a:pPr algn="ctr">
              <a:lnSpc>
                <a:spcPts val="2050"/>
              </a:lnSpc>
              <a:spcBef>
                <a:spcPct val="0"/>
              </a:spcBef>
            </a:pPr>
            <a:r>
              <a:rPr lang="en-US" sz="14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ASYNCHRONOUS ACTIVITY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2989" y="1554390"/>
            <a:ext cx="4448592" cy="505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0"/>
              </a:lnSpc>
            </a:pPr>
            <a:r>
              <a:rPr lang="en-US" sz="14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Molecule, Four Representations:</a:t>
            </a:r>
          </a:p>
          <a:p>
            <a:pPr algn="ctr">
              <a:lnSpc>
                <a:spcPts val="2050"/>
              </a:lnSpc>
              <a:spcBef>
                <a:spcPct val="0"/>
              </a:spcBef>
            </a:pPr>
            <a:r>
              <a:rPr lang="en-US" sz="14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From Molecular Formula to Bond-Line Structure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04149" y="2460484"/>
            <a:ext cx="1517154" cy="505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0"/>
              </a:lnSpc>
            </a:pPr>
            <a:r>
              <a:rPr lang="en-US" sz="14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Windel M. Narito</a:t>
            </a:r>
          </a:p>
          <a:p>
            <a:pPr algn="ctr">
              <a:lnSpc>
                <a:spcPts val="2050"/>
              </a:lnSpc>
              <a:spcBef>
                <a:spcPct val="0"/>
              </a:spcBef>
            </a:pPr>
            <a:r>
              <a:rPr lang="en-US" sz="14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BSChE 2A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19582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07912" y="403937"/>
            <a:ext cx="2393658" cy="1415782"/>
            <a:chOff x="0" y="0"/>
            <a:chExt cx="1715666" cy="101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9" name="Freeform 39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0" name="Freeform 40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1" name="Freeform 41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2" name="Freeform 42"/>
          <p:cNvSpPr/>
          <p:nvPr/>
        </p:nvSpPr>
        <p:spPr>
          <a:xfrm>
            <a:off x="3242504" y="2653382"/>
            <a:ext cx="1264458" cy="455205"/>
          </a:xfrm>
          <a:custGeom>
            <a:avLst/>
            <a:gdLst/>
            <a:ahLst/>
            <a:cxnLst/>
            <a:rect l="l" t="t" r="r" b="b"/>
            <a:pathLst>
              <a:path w="1264458" h="455205">
                <a:moveTo>
                  <a:pt x="0" y="0"/>
                </a:moveTo>
                <a:lnTo>
                  <a:pt x="1264458" y="0"/>
                </a:lnTo>
                <a:lnTo>
                  <a:pt x="1264458" y="455205"/>
                </a:lnTo>
                <a:lnTo>
                  <a:pt x="0" y="45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3" name="Group 43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4" name="TextBox 44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50" name="TextBox 5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53" name="TextBox 5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439003" y="19966"/>
            <a:ext cx="2027330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01 — PROPANE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67626" y="2091406"/>
            <a:ext cx="2614213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5191" y="1149676"/>
            <a:ext cx="1031813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C₃H₈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33557" y="2760050"/>
            <a:ext cx="1608120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CH₃CH₂CH₃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63651" y="38441"/>
            <a:ext cx="202733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C₃H₈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505107" y="1225219"/>
            <a:ext cx="106799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735731" y="1225219"/>
            <a:ext cx="106799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970988" y="1225219"/>
            <a:ext cx="106799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498499" y="960484"/>
            <a:ext cx="120015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729123" y="960484"/>
            <a:ext cx="120015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969142" y="960484"/>
            <a:ext cx="120015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201612" y="1225219"/>
            <a:ext cx="120015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261267" y="1225219"/>
            <a:ext cx="120015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505107" y="1489955"/>
            <a:ext cx="120015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735731" y="1499009"/>
            <a:ext cx="120015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970046" y="1489955"/>
            <a:ext cx="120015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8" name="AutoShape 78"/>
          <p:cNvSpPr/>
          <p:nvPr/>
        </p:nvSpPr>
        <p:spPr>
          <a:xfrm>
            <a:off x="3381282" y="1333774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9" name="AutoShape 79"/>
          <p:cNvSpPr/>
          <p:nvPr/>
        </p:nvSpPr>
        <p:spPr>
          <a:xfrm>
            <a:off x="3611906" y="1333774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0" name="AutoShape 80"/>
          <p:cNvSpPr/>
          <p:nvPr/>
        </p:nvSpPr>
        <p:spPr>
          <a:xfrm>
            <a:off x="3842530" y="1333774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1" name="AutoShape 81"/>
          <p:cNvSpPr/>
          <p:nvPr/>
        </p:nvSpPr>
        <p:spPr>
          <a:xfrm>
            <a:off x="4079762" y="1338537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2" name="AutoShape 82"/>
          <p:cNvSpPr/>
          <p:nvPr/>
        </p:nvSpPr>
        <p:spPr>
          <a:xfrm flipV="1">
            <a:off x="3567020" y="1413755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3" name="AutoShape 83"/>
          <p:cNvSpPr/>
          <p:nvPr/>
        </p:nvSpPr>
        <p:spPr>
          <a:xfrm flipV="1">
            <a:off x="3560352" y="1120444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4" name="AutoShape 84"/>
          <p:cNvSpPr/>
          <p:nvPr/>
        </p:nvSpPr>
        <p:spPr>
          <a:xfrm flipV="1">
            <a:off x="3790976" y="1120444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5" name="AutoShape 85"/>
          <p:cNvSpPr/>
          <p:nvPr/>
        </p:nvSpPr>
        <p:spPr>
          <a:xfrm flipV="1">
            <a:off x="4029150" y="1114924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6" name="AutoShape 86"/>
          <p:cNvSpPr/>
          <p:nvPr/>
        </p:nvSpPr>
        <p:spPr>
          <a:xfrm flipV="1">
            <a:off x="4034816" y="1413755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7" name="AutoShape 87"/>
          <p:cNvSpPr/>
          <p:nvPr/>
        </p:nvSpPr>
        <p:spPr>
          <a:xfrm flipV="1">
            <a:off x="3797584" y="1413755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19582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12734" y="388498"/>
            <a:ext cx="2393658" cy="1415782"/>
            <a:chOff x="0" y="0"/>
            <a:chExt cx="1715666" cy="101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9" name="Group 39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0" name="TextBox 4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3" name="TextBox 4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46" name="TextBox 46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49" name="TextBox 49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463764" y="19966"/>
            <a:ext cx="2027330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02 — ETHANOL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67626" y="2064995"/>
            <a:ext cx="2614213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0" name="Freeform 60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1" name="Freeform 61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2" name="Freeform 62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3" name="TextBox 63"/>
          <p:cNvSpPr txBox="1"/>
          <p:nvPr/>
        </p:nvSpPr>
        <p:spPr>
          <a:xfrm>
            <a:off x="875191" y="1149676"/>
            <a:ext cx="1031813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C₂H₆O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863651" y="28916"/>
            <a:ext cx="202733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C₂H₆O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33557" y="2760050"/>
            <a:ext cx="1608120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CH₃CH₂OH</a:t>
            </a:r>
          </a:p>
        </p:txBody>
      </p:sp>
      <p:sp>
        <p:nvSpPr>
          <p:cNvPr id="66" name="Freeform 66"/>
          <p:cNvSpPr/>
          <p:nvPr/>
        </p:nvSpPr>
        <p:spPr>
          <a:xfrm>
            <a:off x="3338759" y="2693375"/>
            <a:ext cx="1264458" cy="455205"/>
          </a:xfrm>
          <a:custGeom>
            <a:avLst/>
            <a:gdLst/>
            <a:ahLst/>
            <a:cxnLst/>
            <a:rect l="l" t="t" r="r" b="b"/>
            <a:pathLst>
              <a:path w="1264458" h="455205">
                <a:moveTo>
                  <a:pt x="0" y="0"/>
                </a:moveTo>
                <a:lnTo>
                  <a:pt x="1264458" y="0"/>
                </a:lnTo>
                <a:lnTo>
                  <a:pt x="1264458" y="455205"/>
                </a:lnTo>
                <a:lnTo>
                  <a:pt x="0" y="45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2777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7" name="TextBox 67"/>
          <p:cNvSpPr txBox="1"/>
          <p:nvPr/>
        </p:nvSpPr>
        <p:spPr>
          <a:xfrm>
            <a:off x="3286210" y="1212247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558784" y="1212247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842530" y="1212247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106784" y="1212247"/>
            <a:ext cx="11858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401784" y="1212247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2" name="AutoShape 72"/>
          <p:cNvSpPr/>
          <p:nvPr/>
        </p:nvSpPr>
        <p:spPr>
          <a:xfrm flipH="1">
            <a:off x="3406384" y="1316070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3" name="AutoShape 73"/>
          <p:cNvSpPr/>
          <p:nvPr/>
        </p:nvSpPr>
        <p:spPr>
          <a:xfrm flipH="1">
            <a:off x="3685687" y="1316070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4" name="AutoShape 74"/>
          <p:cNvSpPr/>
          <p:nvPr/>
        </p:nvSpPr>
        <p:spPr>
          <a:xfrm flipH="1">
            <a:off x="3982959" y="1320832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5" name="AutoShape 75"/>
          <p:cNvSpPr/>
          <p:nvPr/>
        </p:nvSpPr>
        <p:spPr>
          <a:xfrm flipH="1">
            <a:off x="4254940" y="1320832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6" name="TextBox 76"/>
          <p:cNvSpPr txBox="1"/>
          <p:nvPr/>
        </p:nvSpPr>
        <p:spPr>
          <a:xfrm>
            <a:off x="3545449" y="149609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545449" y="92840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848545" y="92840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850814" y="149609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0" name="AutoShape 80"/>
          <p:cNvSpPr/>
          <p:nvPr/>
        </p:nvSpPr>
        <p:spPr>
          <a:xfrm flipV="1">
            <a:off x="3612203" y="1406557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1" name="AutoShape 81"/>
          <p:cNvSpPr/>
          <p:nvPr/>
        </p:nvSpPr>
        <p:spPr>
          <a:xfrm flipV="1">
            <a:off x="3906759" y="1406557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2" name="AutoShape 82"/>
          <p:cNvSpPr/>
          <p:nvPr/>
        </p:nvSpPr>
        <p:spPr>
          <a:xfrm flipV="1">
            <a:off x="3612203" y="1114924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3" name="AutoShape 83"/>
          <p:cNvSpPr/>
          <p:nvPr/>
        </p:nvSpPr>
        <p:spPr>
          <a:xfrm flipV="1">
            <a:off x="3906759" y="1114924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4" name="TextBox 84"/>
          <p:cNvSpPr txBox="1"/>
          <p:nvPr/>
        </p:nvSpPr>
        <p:spPr>
          <a:xfrm rot="5400000">
            <a:off x="4164891" y="1132237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85" name="TextBox 85"/>
          <p:cNvSpPr txBox="1"/>
          <p:nvPr/>
        </p:nvSpPr>
        <p:spPr>
          <a:xfrm rot="5400000">
            <a:off x="4164891" y="1328532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19582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07912" y="403937"/>
            <a:ext cx="2393658" cy="1415782"/>
            <a:chOff x="0" y="0"/>
            <a:chExt cx="1715666" cy="101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39" name="Group 39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0" name="TextBox 4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3" name="TextBox 4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46" name="TextBox 46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49" name="TextBox 49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-83198" y="40675"/>
            <a:ext cx="3577688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03 — ACETONE (PROPAN-2-ONE)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602772" y="2092872"/>
            <a:ext cx="2614213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0" name="Freeform 60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1" name="Freeform 61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2" name="Freeform 62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3" name="TextBox 63"/>
          <p:cNvSpPr txBox="1"/>
          <p:nvPr/>
        </p:nvSpPr>
        <p:spPr>
          <a:xfrm>
            <a:off x="875191" y="1149676"/>
            <a:ext cx="1031813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C₃H₆O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154510" y="38441"/>
            <a:ext cx="202733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C₃H₆O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33557" y="2760050"/>
            <a:ext cx="1608120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CH₃COCH₃</a:t>
            </a:r>
          </a:p>
        </p:txBody>
      </p:sp>
      <p:sp>
        <p:nvSpPr>
          <p:cNvPr id="66" name="Freeform 66"/>
          <p:cNvSpPr/>
          <p:nvPr/>
        </p:nvSpPr>
        <p:spPr>
          <a:xfrm>
            <a:off x="3494490" y="2533665"/>
            <a:ext cx="1990933" cy="716736"/>
          </a:xfrm>
          <a:custGeom>
            <a:avLst/>
            <a:gdLst/>
            <a:ahLst/>
            <a:cxnLst/>
            <a:rect l="l" t="t" r="r" b="b"/>
            <a:pathLst>
              <a:path w="1990933" h="716736">
                <a:moveTo>
                  <a:pt x="0" y="0"/>
                </a:moveTo>
                <a:lnTo>
                  <a:pt x="1990934" y="0"/>
                </a:lnTo>
                <a:lnTo>
                  <a:pt x="1990934" y="716736"/>
                </a:lnTo>
                <a:lnTo>
                  <a:pt x="0" y="716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62500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7" name="TextBox 67"/>
          <p:cNvSpPr txBox="1"/>
          <p:nvPr/>
        </p:nvSpPr>
        <p:spPr>
          <a:xfrm>
            <a:off x="3397298" y="1181383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773512" y="1181383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148807" y="1181383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129671" y="1181383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413523" y="1178251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395393" y="916804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395393" y="1446178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149829" y="1446178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149829" y="916804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767133" y="916804"/>
            <a:ext cx="11858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7" name="AutoShape 77"/>
          <p:cNvSpPr/>
          <p:nvPr/>
        </p:nvSpPr>
        <p:spPr>
          <a:xfrm flipV="1">
            <a:off x="3450717" y="1101581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8" name="AutoShape 78"/>
          <p:cNvSpPr/>
          <p:nvPr/>
        </p:nvSpPr>
        <p:spPr>
          <a:xfrm flipV="1">
            <a:off x="3455480" y="1367307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9" name="AutoShape 79"/>
          <p:cNvSpPr/>
          <p:nvPr/>
        </p:nvSpPr>
        <p:spPr>
          <a:xfrm flipV="1">
            <a:off x="4209916" y="1101581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0" name="AutoShape 80"/>
          <p:cNvSpPr/>
          <p:nvPr/>
        </p:nvSpPr>
        <p:spPr>
          <a:xfrm flipV="1">
            <a:off x="4209916" y="1367307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1" name="AutoShape 81"/>
          <p:cNvSpPr/>
          <p:nvPr/>
        </p:nvSpPr>
        <p:spPr>
          <a:xfrm>
            <a:off x="4255646" y="1294731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2" name="AutoShape 82"/>
          <p:cNvSpPr/>
          <p:nvPr/>
        </p:nvSpPr>
        <p:spPr>
          <a:xfrm>
            <a:off x="3909879" y="1294731"/>
            <a:ext cx="22489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3" name="AutoShape 83"/>
          <p:cNvSpPr/>
          <p:nvPr/>
        </p:nvSpPr>
        <p:spPr>
          <a:xfrm>
            <a:off x="3523187" y="1294731"/>
            <a:ext cx="22489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4" name="AutoShape 84"/>
          <p:cNvSpPr/>
          <p:nvPr/>
        </p:nvSpPr>
        <p:spPr>
          <a:xfrm>
            <a:off x="3262686" y="1294731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5" name="AutoShape 85"/>
          <p:cNvSpPr/>
          <p:nvPr/>
        </p:nvSpPr>
        <p:spPr>
          <a:xfrm flipV="1">
            <a:off x="3814275" y="1101581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6" name="AutoShape 86"/>
          <p:cNvSpPr/>
          <p:nvPr/>
        </p:nvSpPr>
        <p:spPr>
          <a:xfrm flipV="1">
            <a:off x="3842530" y="1101581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7" name="TextBox 87"/>
          <p:cNvSpPr txBox="1"/>
          <p:nvPr/>
        </p:nvSpPr>
        <p:spPr>
          <a:xfrm rot="-10800000">
            <a:off x="3706014" y="958602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88" name="TextBox 88"/>
          <p:cNvSpPr txBox="1"/>
          <p:nvPr/>
        </p:nvSpPr>
        <p:spPr>
          <a:xfrm rot="-10800000">
            <a:off x="3904741" y="958602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216371" y="402299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03960" y="388498"/>
            <a:ext cx="2393658" cy="1448167"/>
            <a:chOff x="0" y="0"/>
            <a:chExt cx="1715666" cy="10379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37981"/>
            </a:xfrm>
            <a:custGeom>
              <a:avLst/>
              <a:gdLst/>
              <a:ahLst/>
              <a:cxnLst/>
              <a:rect l="l" t="t" r="r" b="b"/>
              <a:pathLst>
                <a:path w="1715666" h="1037981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76528"/>
                  </a:lnTo>
                  <a:cubicBezTo>
                    <a:pt x="1715666" y="992827"/>
                    <a:pt x="1709191" y="1008457"/>
                    <a:pt x="1697667" y="1019982"/>
                  </a:cubicBezTo>
                  <a:cubicBezTo>
                    <a:pt x="1686142" y="1031506"/>
                    <a:pt x="1670511" y="1037981"/>
                    <a:pt x="1654213" y="1037981"/>
                  </a:cubicBezTo>
                  <a:lnTo>
                    <a:pt x="61453" y="1037981"/>
                  </a:lnTo>
                  <a:cubicBezTo>
                    <a:pt x="27513" y="1037981"/>
                    <a:pt x="0" y="1010468"/>
                    <a:pt x="0" y="976528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47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9" name="Freeform 39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0" name="Freeform 40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1" name="Freeform 41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2" name="Freeform 42"/>
          <p:cNvSpPr/>
          <p:nvPr/>
        </p:nvSpPr>
        <p:spPr>
          <a:xfrm>
            <a:off x="3416873" y="2474300"/>
            <a:ext cx="975735" cy="855099"/>
          </a:xfrm>
          <a:custGeom>
            <a:avLst/>
            <a:gdLst/>
            <a:ahLst/>
            <a:cxnLst/>
            <a:rect l="l" t="t" r="r" b="b"/>
            <a:pathLst>
              <a:path w="975735" h="855099">
                <a:moveTo>
                  <a:pt x="0" y="0"/>
                </a:moveTo>
                <a:lnTo>
                  <a:pt x="975736" y="0"/>
                </a:lnTo>
                <a:lnTo>
                  <a:pt x="975736" y="855099"/>
                </a:lnTo>
                <a:lnTo>
                  <a:pt x="0" y="855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3" name="Group 43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4" name="TextBox 44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50" name="TextBox 5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53" name="TextBox 5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95824" y="17103"/>
            <a:ext cx="3230092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04 — ACETIC ACID (ETHANOIC ACID)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67626" y="2109253"/>
            <a:ext cx="2614213" cy="14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5191" y="1149676"/>
            <a:ext cx="1031813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C₂H₄O₂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314875" y="24058"/>
            <a:ext cx="202733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C₂H₄O₂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33557" y="2760050"/>
            <a:ext cx="1608120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CH₃COOH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485671" y="1212247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809512" y="1212247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158241" y="1212247"/>
            <a:ext cx="11858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487722" y="1217010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1" name="AutoShape 71"/>
          <p:cNvSpPr/>
          <p:nvPr/>
        </p:nvSpPr>
        <p:spPr>
          <a:xfrm>
            <a:off x="3611275" y="1325595"/>
            <a:ext cx="17918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2" name="AutoShape 72"/>
          <p:cNvSpPr/>
          <p:nvPr/>
        </p:nvSpPr>
        <p:spPr>
          <a:xfrm>
            <a:off x="3925775" y="1330357"/>
            <a:ext cx="22489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3" name="AutoShape 73"/>
          <p:cNvSpPr/>
          <p:nvPr/>
        </p:nvSpPr>
        <p:spPr>
          <a:xfrm>
            <a:off x="4295330" y="1330357"/>
            <a:ext cx="19239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4" name="AutoShape 74"/>
          <p:cNvSpPr/>
          <p:nvPr/>
        </p:nvSpPr>
        <p:spPr>
          <a:xfrm flipV="1">
            <a:off x="3852382" y="1120631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5" name="AutoShape 75"/>
          <p:cNvSpPr/>
          <p:nvPr/>
        </p:nvSpPr>
        <p:spPr>
          <a:xfrm flipV="1">
            <a:off x="3880957" y="1120631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6" name="TextBox 76"/>
          <p:cNvSpPr txBox="1"/>
          <p:nvPr/>
        </p:nvSpPr>
        <p:spPr>
          <a:xfrm>
            <a:off x="3809512" y="922511"/>
            <a:ext cx="11858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184522" y="1212247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479004" y="147704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479004" y="94745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0" name="AutoShape 80"/>
          <p:cNvSpPr/>
          <p:nvPr/>
        </p:nvSpPr>
        <p:spPr>
          <a:xfrm flipV="1">
            <a:off x="3539090" y="1135388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1" name="AutoShape 81"/>
          <p:cNvSpPr/>
          <p:nvPr/>
        </p:nvSpPr>
        <p:spPr>
          <a:xfrm flipV="1">
            <a:off x="3539090" y="1394234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2" name="AutoShape 82"/>
          <p:cNvSpPr/>
          <p:nvPr/>
        </p:nvSpPr>
        <p:spPr>
          <a:xfrm>
            <a:off x="3335980" y="1325595"/>
            <a:ext cx="13064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3" name="TextBox 83"/>
          <p:cNvSpPr txBox="1"/>
          <p:nvPr/>
        </p:nvSpPr>
        <p:spPr>
          <a:xfrm rot="-10800000">
            <a:off x="3949954" y="956318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84" name="TextBox 84"/>
          <p:cNvSpPr txBox="1"/>
          <p:nvPr/>
        </p:nvSpPr>
        <p:spPr>
          <a:xfrm rot="-10800000">
            <a:off x="3748393" y="960787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85" name="TextBox 85"/>
          <p:cNvSpPr txBox="1"/>
          <p:nvPr/>
        </p:nvSpPr>
        <p:spPr>
          <a:xfrm rot="-5400000">
            <a:off x="4171477" y="1119775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86" name="TextBox 86"/>
          <p:cNvSpPr txBox="1"/>
          <p:nvPr/>
        </p:nvSpPr>
        <p:spPr>
          <a:xfrm rot="-5400000">
            <a:off x="4171477" y="1332342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19582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07912" y="403937"/>
            <a:ext cx="2393658" cy="1415782"/>
            <a:chOff x="0" y="0"/>
            <a:chExt cx="1715666" cy="101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9" name="Freeform 39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0" name="Freeform 40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1" name="Freeform 41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2" name="Freeform 42"/>
          <p:cNvSpPr/>
          <p:nvPr/>
        </p:nvSpPr>
        <p:spPr>
          <a:xfrm>
            <a:off x="3131183" y="2474300"/>
            <a:ext cx="1594920" cy="861257"/>
          </a:xfrm>
          <a:custGeom>
            <a:avLst/>
            <a:gdLst/>
            <a:ahLst/>
            <a:cxnLst/>
            <a:rect l="l" t="t" r="r" b="b"/>
            <a:pathLst>
              <a:path w="1594920" h="861257">
                <a:moveTo>
                  <a:pt x="0" y="0"/>
                </a:moveTo>
                <a:lnTo>
                  <a:pt x="1594920" y="0"/>
                </a:lnTo>
                <a:lnTo>
                  <a:pt x="1594920" y="861256"/>
                </a:lnTo>
                <a:lnTo>
                  <a:pt x="0" y="861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3" name="Group 43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4" name="TextBox 44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50" name="TextBox 5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53" name="TextBox 5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-210061" y="24530"/>
            <a:ext cx="4214339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05 — ETHYL ACETATE (ETHYL ETHANOATE)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67626" y="2109253"/>
            <a:ext cx="2614213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5191" y="1149676"/>
            <a:ext cx="1031813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C₄H₈O₂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494490" y="49295"/>
            <a:ext cx="2027330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C₄H₈O₂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33557" y="2760050"/>
            <a:ext cx="1608120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CH₃COOCH₂CH₃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238142" y="1189822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934136" y="118982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494490" y="1189822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767638" y="1189822"/>
            <a:ext cx="11858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394146" y="1189822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706310" y="118982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075316" y="1189822"/>
            <a:ext cx="10683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4" name="AutoShape 74"/>
          <p:cNvSpPr/>
          <p:nvPr/>
        </p:nvSpPr>
        <p:spPr>
          <a:xfrm>
            <a:off x="3062412" y="1303169"/>
            <a:ext cx="16762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5" name="AutoShape 75"/>
          <p:cNvSpPr/>
          <p:nvPr/>
        </p:nvSpPr>
        <p:spPr>
          <a:xfrm>
            <a:off x="3344981" y="1303169"/>
            <a:ext cx="14429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6" name="AutoShape 76"/>
          <p:cNvSpPr/>
          <p:nvPr/>
        </p:nvSpPr>
        <p:spPr>
          <a:xfrm>
            <a:off x="3610854" y="1303169"/>
            <a:ext cx="14429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7" name="AutoShape 77"/>
          <p:cNvSpPr/>
          <p:nvPr/>
        </p:nvSpPr>
        <p:spPr>
          <a:xfrm>
            <a:off x="3895750" y="1303169"/>
            <a:ext cx="16715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8" name="AutoShape 78"/>
          <p:cNvSpPr/>
          <p:nvPr/>
        </p:nvSpPr>
        <p:spPr>
          <a:xfrm flipV="1">
            <a:off x="4191679" y="1303169"/>
            <a:ext cx="1852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9" name="AutoShape 79"/>
          <p:cNvSpPr/>
          <p:nvPr/>
        </p:nvSpPr>
        <p:spPr>
          <a:xfrm flipV="1">
            <a:off x="4510510" y="1303169"/>
            <a:ext cx="1852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0" name="TextBox 80"/>
          <p:cNvSpPr txBox="1"/>
          <p:nvPr/>
        </p:nvSpPr>
        <p:spPr>
          <a:xfrm>
            <a:off x="3238142" y="144817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238142" y="93455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2" name="AutoShape 82"/>
          <p:cNvSpPr/>
          <p:nvPr/>
        </p:nvSpPr>
        <p:spPr>
          <a:xfrm flipV="1">
            <a:off x="3296324" y="1387942"/>
            <a:ext cx="0" cy="11663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3" name="AutoShape 83"/>
          <p:cNvSpPr/>
          <p:nvPr/>
        </p:nvSpPr>
        <p:spPr>
          <a:xfrm flipV="1">
            <a:off x="3296324" y="1111828"/>
            <a:ext cx="0" cy="11663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4" name="AutoShape 84"/>
          <p:cNvSpPr/>
          <p:nvPr/>
        </p:nvSpPr>
        <p:spPr>
          <a:xfrm flipV="1">
            <a:off x="3543147" y="1114924"/>
            <a:ext cx="0" cy="11663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5" name="AutoShape 85"/>
          <p:cNvSpPr/>
          <p:nvPr/>
        </p:nvSpPr>
        <p:spPr>
          <a:xfrm flipV="1">
            <a:off x="3562977" y="1114924"/>
            <a:ext cx="0" cy="11663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6" name="TextBox 86"/>
          <p:cNvSpPr txBox="1"/>
          <p:nvPr/>
        </p:nvSpPr>
        <p:spPr>
          <a:xfrm>
            <a:off x="3494490" y="934552"/>
            <a:ext cx="11858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068648" y="93455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8" name="AutoShape 88"/>
          <p:cNvSpPr/>
          <p:nvPr/>
        </p:nvSpPr>
        <p:spPr>
          <a:xfrm flipV="1">
            <a:off x="4133497" y="1111828"/>
            <a:ext cx="0" cy="11663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9" name="AutoShape 89"/>
          <p:cNvSpPr/>
          <p:nvPr/>
        </p:nvSpPr>
        <p:spPr>
          <a:xfrm flipV="1">
            <a:off x="4133497" y="1387942"/>
            <a:ext cx="0" cy="11663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0" name="TextBox 90"/>
          <p:cNvSpPr txBox="1"/>
          <p:nvPr/>
        </p:nvSpPr>
        <p:spPr>
          <a:xfrm>
            <a:off x="4075316" y="144817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394146" y="144817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387479" y="934552"/>
            <a:ext cx="12017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3" name="AutoShape 93"/>
          <p:cNvSpPr/>
          <p:nvPr/>
        </p:nvSpPr>
        <p:spPr>
          <a:xfrm flipV="1">
            <a:off x="4454233" y="1387942"/>
            <a:ext cx="0" cy="11663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4" name="AutoShape 94"/>
          <p:cNvSpPr/>
          <p:nvPr/>
        </p:nvSpPr>
        <p:spPr>
          <a:xfrm flipV="1">
            <a:off x="4450759" y="1111828"/>
            <a:ext cx="0" cy="11663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5" name="TextBox 95"/>
          <p:cNvSpPr txBox="1"/>
          <p:nvPr/>
        </p:nvSpPr>
        <p:spPr>
          <a:xfrm rot="-5400000">
            <a:off x="3778953" y="1109812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96" name="TextBox 96"/>
          <p:cNvSpPr txBox="1"/>
          <p:nvPr/>
        </p:nvSpPr>
        <p:spPr>
          <a:xfrm rot="-5400000">
            <a:off x="3778953" y="1309916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622602" y="920606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437231" y="920606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19582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12734" y="402299"/>
            <a:ext cx="2393658" cy="1415782"/>
            <a:chOff x="0" y="0"/>
            <a:chExt cx="1715666" cy="101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9" name="Freeform 39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0" name="Freeform 40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1" name="Freeform 41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2" name="Freeform 42"/>
          <p:cNvSpPr/>
          <p:nvPr/>
        </p:nvSpPr>
        <p:spPr>
          <a:xfrm>
            <a:off x="3524932" y="2483825"/>
            <a:ext cx="721574" cy="826804"/>
          </a:xfrm>
          <a:custGeom>
            <a:avLst/>
            <a:gdLst/>
            <a:ahLst/>
            <a:cxnLst/>
            <a:rect l="l" t="t" r="r" b="b"/>
            <a:pathLst>
              <a:path w="721574" h="826804">
                <a:moveTo>
                  <a:pt x="0" y="0"/>
                </a:moveTo>
                <a:lnTo>
                  <a:pt x="721575" y="0"/>
                </a:lnTo>
                <a:lnTo>
                  <a:pt x="721575" y="826803"/>
                </a:lnTo>
                <a:lnTo>
                  <a:pt x="0" y="826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3" name="Group 43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4" name="TextBox 44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50" name="TextBox 5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53" name="TextBox 5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461746" y="24530"/>
            <a:ext cx="2027330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06 — CYCLOHEXANE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67626" y="2109253"/>
            <a:ext cx="2614213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5191" y="1149676"/>
            <a:ext cx="1031813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C₆H₁₂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891076" y="16380"/>
            <a:ext cx="202733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C₆H₁₂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33557" y="2760050"/>
            <a:ext cx="1608120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(CH₂)₆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842530" y="993681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093808" y="1124405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613991" y="1117632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613991" y="1349407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841190" y="1437080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093808" y="1365704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3" name="AutoShape 73"/>
          <p:cNvSpPr/>
          <p:nvPr/>
        </p:nvSpPr>
        <p:spPr>
          <a:xfrm flipV="1">
            <a:off x="3717809" y="1119585"/>
            <a:ext cx="109962" cy="5096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4" name="AutoShape 74"/>
          <p:cNvSpPr/>
          <p:nvPr/>
        </p:nvSpPr>
        <p:spPr>
          <a:xfrm flipV="1">
            <a:off x="3956465" y="1499844"/>
            <a:ext cx="111127" cy="4837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5" name="AutoShape 75"/>
          <p:cNvSpPr/>
          <p:nvPr/>
        </p:nvSpPr>
        <p:spPr>
          <a:xfrm flipV="1">
            <a:off x="3658520" y="1284510"/>
            <a:ext cx="0" cy="10977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6" name="AutoShape 76"/>
          <p:cNvSpPr/>
          <p:nvPr/>
        </p:nvSpPr>
        <p:spPr>
          <a:xfrm flipV="1">
            <a:off x="4138337" y="1292257"/>
            <a:ext cx="0" cy="10977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7" name="AutoShape 77"/>
          <p:cNvSpPr/>
          <p:nvPr/>
        </p:nvSpPr>
        <p:spPr>
          <a:xfrm flipH="1" flipV="1">
            <a:off x="3972982" y="1116152"/>
            <a:ext cx="110059" cy="5075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8" name="AutoShape 78"/>
          <p:cNvSpPr/>
          <p:nvPr/>
        </p:nvSpPr>
        <p:spPr>
          <a:xfrm flipH="1" flipV="1">
            <a:off x="3712313" y="1493523"/>
            <a:ext cx="110059" cy="5075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9" name="TextBox 79"/>
          <p:cNvSpPr txBox="1"/>
          <p:nvPr/>
        </p:nvSpPr>
        <p:spPr>
          <a:xfrm>
            <a:off x="3747424" y="797680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950922" y="801801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743892" y="1629655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950922" y="1639180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494556" y="911081"/>
            <a:ext cx="10001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0"/>
              </a:lnSpc>
              <a:spcBef>
                <a:spcPct val="0"/>
              </a:spcBef>
            </a:pPr>
            <a:r>
              <a:rPr lang="en-US" sz="10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444418" y="1124405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249542" y="1124405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155842" y="920656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444418" y="1364055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494490" y="1556630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255987" y="1373595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161086" y="1562624"/>
            <a:ext cx="10014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1" name="AutoShape 91"/>
          <p:cNvSpPr/>
          <p:nvPr/>
        </p:nvSpPr>
        <p:spPr>
          <a:xfrm>
            <a:off x="4180205" y="1230767"/>
            <a:ext cx="663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2" name="AutoShape 92"/>
          <p:cNvSpPr/>
          <p:nvPr/>
        </p:nvSpPr>
        <p:spPr>
          <a:xfrm>
            <a:off x="4186276" y="1472067"/>
            <a:ext cx="663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3" name="AutoShape 93"/>
          <p:cNvSpPr/>
          <p:nvPr/>
        </p:nvSpPr>
        <p:spPr>
          <a:xfrm>
            <a:off x="3547689" y="1462542"/>
            <a:ext cx="663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4" name="AutoShape 94"/>
          <p:cNvSpPr/>
          <p:nvPr/>
        </p:nvSpPr>
        <p:spPr>
          <a:xfrm>
            <a:off x="3544563" y="1230767"/>
            <a:ext cx="663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5" name="AutoShape 95"/>
          <p:cNvSpPr/>
          <p:nvPr/>
        </p:nvSpPr>
        <p:spPr>
          <a:xfrm>
            <a:off x="3582932" y="1067787"/>
            <a:ext cx="55865" cy="981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6" name="AutoShape 96"/>
          <p:cNvSpPr/>
          <p:nvPr/>
        </p:nvSpPr>
        <p:spPr>
          <a:xfrm>
            <a:off x="3940990" y="1591199"/>
            <a:ext cx="55865" cy="981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7" name="AutoShape 97"/>
          <p:cNvSpPr/>
          <p:nvPr/>
        </p:nvSpPr>
        <p:spPr>
          <a:xfrm>
            <a:off x="4161086" y="1530622"/>
            <a:ext cx="50380" cy="7326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8" name="AutoShape 98"/>
          <p:cNvSpPr/>
          <p:nvPr/>
        </p:nvSpPr>
        <p:spPr>
          <a:xfrm flipH="1">
            <a:off x="3551262" y="1505631"/>
            <a:ext cx="72637" cy="824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9" name="AutoShape 99"/>
          <p:cNvSpPr/>
          <p:nvPr/>
        </p:nvSpPr>
        <p:spPr>
          <a:xfrm flipH="1">
            <a:off x="3943307" y="969110"/>
            <a:ext cx="57397" cy="6908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0" name="AutoShape 100"/>
          <p:cNvSpPr/>
          <p:nvPr/>
        </p:nvSpPr>
        <p:spPr>
          <a:xfrm>
            <a:off x="3797496" y="972305"/>
            <a:ext cx="61739" cy="6824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1" name="AutoShape 101"/>
          <p:cNvSpPr/>
          <p:nvPr/>
        </p:nvSpPr>
        <p:spPr>
          <a:xfrm flipH="1">
            <a:off x="3793673" y="1599274"/>
            <a:ext cx="57397" cy="6908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2" name="AutoShape 102"/>
          <p:cNvSpPr/>
          <p:nvPr/>
        </p:nvSpPr>
        <p:spPr>
          <a:xfrm flipH="1">
            <a:off x="4155771" y="1081030"/>
            <a:ext cx="46055" cy="7711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19582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07912" y="403937"/>
            <a:ext cx="2393658" cy="1415782"/>
            <a:chOff x="0" y="0"/>
            <a:chExt cx="1715666" cy="101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9" name="Freeform 39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0" name="Freeform 40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1" name="Freeform 41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2" name="Freeform 42"/>
          <p:cNvSpPr/>
          <p:nvPr/>
        </p:nvSpPr>
        <p:spPr>
          <a:xfrm>
            <a:off x="3535868" y="2436200"/>
            <a:ext cx="1105900" cy="884720"/>
          </a:xfrm>
          <a:custGeom>
            <a:avLst/>
            <a:gdLst/>
            <a:ahLst/>
            <a:cxnLst/>
            <a:rect l="l" t="t" r="r" b="b"/>
            <a:pathLst>
              <a:path w="1105900" h="884720">
                <a:moveTo>
                  <a:pt x="0" y="0"/>
                </a:moveTo>
                <a:lnTo>
                  <a:pt x="1105900" y="0"/>
                </a:lnTo>
                <a:lnTo>
                  <a:pt x="1105900" y="884720"/>
                </a:lnTo>
                <a:lnTo>
                  <a:pt x="0" y="884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3" name="Group 43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4" name="TextBox 44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50" name="TextBox 5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53" name="TextBox 5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222002" y="24530"/>
            <a:ext cx="2415283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07 — CYCLOHEXANONE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67626" y="2109253"/>
            <a:ext cx="2614213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5191" y="1149676"/>
            <a:ext cx="1031813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C₆H₁₀O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891076" y="31485"/>
            <a:ext cx="202733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C₆H₁₀O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33557" y="2772885"/>
            <a:ext cx="1608120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(CH₂)₅CO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841190" y="1008590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860211" y="1444535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580397" y="1118214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571128" y="1388089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104794" y="1118214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104794" y="1388089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3" name="AutoShape 73"/>
          <p:cNvSpPr/>
          <p:nvPr/>
        </p:nvSpPr>
        <p:spPr>
          <a:xfrm flipV="1">
            <a:off x="3615657" y="1292839"/>
            <a:ext cx="0" cy="1238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4" name="AutoShape 74"/>
          <p:cNvSpPr/>
          <p:nvPr/>
        </p:nvSpPr>
        <p:spPr>
          <a:xfrm flipV="1">
            <a:off x="4154086" y="1292839"/>
            <a:ext cx="0" cy="10977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5" name="AutoShape 75"/>
          <p:cNvSpPr/>
          <p:nvPr/>
        </p:nvSpPr>
        <p:spPr>
          <a:xfrm flipH="1" flipV="1">
            <a:off x="3686155" y="1525170"/>
            <a:ext cx="152338" cy="3754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6" name="AutoShape 76"/>
          <p:cNvSpPr/>
          <p:nvPr/>
        </p:nvSpPr>
        <p:spPr>
          <a:xfrm flipH="1" flipV="1">
            <a:off x="3959868" y="1128812"/>
            <a:ext cx="126910" cy="359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7" name="AutoShape 77"/>
          <p:cNvSpPr/>
          <p:nvPr/>
        </p:nvSpPr>
        <p:spPr>
          <a:xfrm flipH="1">
            <a:off x="3970988" y="1525170"/>
            <a:ext cx="123673" cy="3754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8" name="AutoShape 78"/>
          <p:cNvSpPr/>
          <p:nvPr/>
        </p:nvSpPr>
        <p:spPr>
          <a:xfrm flipH="1">
            <a:off x="3686155" y="1132647"/>
            <a:ext cx="125233" cy="3355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9" name="TextBox 79"/>
          <p:cNvSpPr txBox="1"/>
          <p:nvPr/>
        </p:nvSpPr>
        <p:spPr>
          <a:xfrm>
            <a:off x="3714937" y="806306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992203" y="806306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342947" y="1118214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331212" y="1388089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342947" y="1388089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471036" y="901556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471036" y="1590585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714937" y="1629655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992203" y="1629655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193853" y="1590585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285248" y="926339"/>
            <a:ext cx="9882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90" name="AutoShape 90"/>
          <p:cNvSpPr/>
          <p:nvPr/>
        </p:nvSpPr>
        <p:spPr>
          <a:xfrm>
            <a:off x="4207387" y="1484926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1" name="AutoShape 91"/>
          <p:cNvSpPr/>
          <p:nvPr/>
        </p:nvSpPr>
        <p:spPr>
          <a:xfrm>
            <a:off x="3443039" y="1497626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2" name="AutoShape 92"/>
          <p:cNvSpPr/>
          <p:nvPr/>
        </p:nvSpPr>
        <p:spPr>
          <a:xfrm>
            <a:off x="3447303" y="1221401"/>
            <a:ext cx="12382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3" name="AutoShape 93"/>
          <p:cNvSpPr/>
          <p:nvPr/>
        </p:nvSpPr>
        <p:spPr>
          <a:xfrm flipV="1">
            <a:off x="3941174" y="972675"/>
            <a:ext cx="88222" cy="7884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4" name="AutoShape 94"/>
          <p:cNvSpPr/>
          <p:nvPr/>
        </p:nvSpPr>
        <p:spPr>
          <a:xfrm flipH="1" flipV="1">
            <a:off x="3765765" y="968346"/>
            <a:ext cx="87493" cy="7965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5" name="AutoShape 95"/>
          <p:cNvSpPr/>
          <p:nvPr/>
        </p:nvSpPr>
        <p:spPr>
          <a:xfrm flipH="1" flipV="1">
            <a:off x="3529535" y="1065933"/>
            <a:ext cx="74658" cy="9179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6" name="AutoShape 96"/>
          <p:cNvSpPr/>
          <p:nvPr/>
        </p:nvSpPr>
        <p:spPr>
          <a:xfrm flipV="1">
            <a:off x="3519916" y="1553565"/>
            <a:ext cx="88222" cy="7884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7" name="AutoShape 97"/>
          <p:cNvSpPr/>
          <p:nvPr/>
        </p:nvSpPr>
        <p:spPr>
          <a:xfrm flipV="1">
            <a:off x="3770918" y="1589939"/>
            <a:ext cx="88222" cy="7884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8" name="AutoShape 98"/>
          <p:cNvSpPr/>
          <p:nvPr/>
        </p:nvSpPr>
        <p:spPr>
          <a:xfrm flipH="1" flipV="1">
            <a:off x="3963563" y="1589326"/>
            <a:ext cx="74658" cy="9179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9" name="AutoShape 99"/>
          <p:cNvSpPr/>
          <p:nvPr/>
        </p:nvSpPr>
        <p:spPr>
          <a:xfrm flipH="1" flipV="1">
            <a:off x="4175939" y="1549140"/>
            <a:ext cx="74658" cy="9179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0" name="AutoShape 100"/>
          <p:cNvSpPr/>
          <p:nvPr/>
        </p:nvSpPr>
        <p:spPr>
          <a:xfrm flipV="1">
            <a:off x="4197027" y="1075329"/>
            <a:ext cx="88222" cy="7884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1" name="AutoShape 101"/>
          <p:cNvSpPr/>
          <p:nvPr/>
        </p:nvSpPr>
        <p:spPr>
          <a:xfrm flipV="1">
            <a:off x="4216077" y="1093226"/>
            <a:ext cx="88222" cy="7884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2" name="TextBox 102"/>
          <p:cNvSpPr txBox="1"/>
          <p:nvPr/>
        </p:nvSpPr>
        <p:spPr>
          <a:xfrm rot="-8585188">
            <a:off x="4233863" y="908239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3" name="TextBox 103"/>
          <p:cNvSpPr txBox="1"/>
          <p:nvPr/>
        </p:nvSpPr>
        <p:spPr>
          <a:xfrm rot="9326162">
            <a:off x="4399063" y="912653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21487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07912" y="403937"/>
            <a:ext cx="2393658" cy="1415782"/>
            <a:chOff x="0" y="0"/>
            <a:chExt cx="1715666" cy="101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715666" cy="1043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4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9" name="Freeform 39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0" name="Freeform 40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1" name="Freeform 41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2" name="Freeform 42"/>
          <p:cNvSpPr/>
          <p:nvPr/>
        </p:nvSpPr>
        <p:spPr>
          <a:xfrm>
            <a:off x="2946971" y="2474300"/>
            <a:ext cx="1855523" cy="880530"/>
          </a:xfrm>
          <a:custGeom>
            <a:avLst/>
            <a:gdLst/>
            <a:ahLst/>
            <a:cxnLst/>
            <a:rect l="l" t="t" r="r" b="b"/>
            <a:pathLst>
              <a:path w="1855523" h="880530">
                <a:moveTo>
                  <a:pt x="0" y="0"/>
                </a:moveTo>
                <a:lnTo>
                  <a:pt x="1855524" y="0"/>
                </a:lnTo>
                <a:lnTo>
                  <a:pt x="1855524" y="880530"/>
                </a:lnTo>
                <a:lnTo>
                  <a:pt x="0" y="880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3" name="Group 43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4" name="TextBox 44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50" name="TextBox 5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53" name="TextBox 5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-77928" y="34055"/>
            <a:ext cx="3887440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08 — ACETAMINOPHEN (PARACETAMOL)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67626" y="2109253"/>
            <a:ext cx="2614213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9843" y="1149676"/>
            <a:ext cx="1234731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C₈H₉NO₂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459661" y="65441"/>
            <a:ext cx="2027330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C₈H₉NO₂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96601" y="2781419"/>
            <a:ext cx="1761214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HOC6H4NHCOCH3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370558" y="1079282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535817" y="940299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700018" y="1079282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700018" y="1253907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370558" y="1256080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535817" y="1399957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921260" y="1068243"/>
            <a:ext cx="99457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148867" y="1073006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371276" y="1073006"/>
            <a:ext cx="89059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6" name="AutoShape 76"/>
          <p:cNvSpPr/>
          <p:nvPr/>
        </p:nvSpPr>
        <p:spPr>
          <a:xfrm>
            <a:off x="4020716" y="1165081"/>
            <a:ext cx="10977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7" name="AutoShape 77"/>
          <p:cNvSpPr/>
          <p:nvPr/>
        </p:nvSpPr>
        <p:spPr>
          <a:xfrm>
            <a:off x="4237926" y="1169843"/>
            <a:ext cx="10977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8" name="AutoShape 78"/>
          <p:cNvSpPr/>
          <p:nvPr/>
        </p:nvSpPr>
        <p:spPr>
          <a:xfrm>
            <a:off x="3754464" y="1240631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79" name="AutoShape 79"/>
          <p:cNvSpPr/>
          <p:nvPr/>
        </p:nvSpPr>
        <p:spPr>
          <a:xfrm>
            <a:off x="3415088" y="1242868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0" name="AutoShape 80"/>
          <p:cNvSpPr/>
          <p:nvPr/>
        </p:nvSpPr>
        <p:spPr>
          <a:xfrm flipH="1">
            <a:off x="3459617" y="1064304"/>
            <a:ext cx="55027" cy="4355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1" name="AutoShape 81"/>
          <p:cNvSpPr/>
          <p:nvPr/>
        </p:nvSpPr>
        <p:spPr>
          <a:xfrm flipH="1" flipV="1">
            <a:off x="3646910" y="1067135"/>
            <a:ext cx="54815" cy="4407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2" name="AutoShape 82"/>
          <p:cNvSpPr/>
          <p:nvPr/>
        </p:nvSpPr>
        <p:spPr>
          <a:xfrm flipH="1">
            <a:off x="3649866" y="1423009"/>
            <a:ext cx="64552" cy="5498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3" name="AutoShape 83"/>
          <p:cNvSpPr/>
          <p:nvPr/>
        </p:nvSpPr>
        <p:spPr>
          <a:xfrm flipH="1" flipV="1">
            <a:off x="3459617" y="1430705"/>
            <a:ext cx="52042" cy="4778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4" name="AutoShape 84"/>
          <p:cNvSpPr/>
          <p:nvPr/>
        </p:nvSpPr>
        <p:spPr>
          <a:xfrm>
            <a:off x="3800283" y="1169843"/>
            <a:ext cx="10977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5" name="TextBox 85"/>
          <p:cNvSpPr txBox="1"/>
          <p:nvPr/>
        </p:nvSpPr>
        <p:spPr>
          <a:xfrm>
            <a:off x="3920942" y="889679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535817" y="785990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842680" y="1398814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530301" y="1583803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191873" y="1256080"/>
            <a:ext cx="9882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019109" y="1256080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224969" y="926956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143986" y="1289761"/>
            <a:ext cx="9882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73233" y="904657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541676" y="1068243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365760" y="1247630"/>
            <a:ext cx="100092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6" name="AutoShape 96"/>
          <p:cNvSpPr/>
          <p:nvPr/>
        </p:nvSpPr>
        <p:spPr>
          <a:xfrm flipH="1" flipV="1">
            <a:off x="3314834" y="1091552"/>
            <a:ext cx="52559" cy="4674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7" name="AutoShape 97"/>
          <p:cNvSpPr/>
          <p:nvPr/>
        </p:nvSpPr>
        <p:spPr>
          <a:xfrm flipH="1" flipV="1">
            <a:off x="3783769" y="1411489"/>
            <a:ext cx="58911" cy="3843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8" name="AutoShape 98"/>
          <p:cNvSpPr/>
          <p:nvPr/>
        </p:nvSpPr>
        <p:spPr>
          <a:xfrm flipH="1">
            <a:off x="3300220" y="1355507"/>
            <a:ext cx="703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9" name="AutoShape 99"/>
          <p:cNvSpPr/>
          <p:nvPr/>
        </p:nvSpPr>
        <p:spPr>
          <a:xfrm flipH="1">
            <a:off x="3121535" y="1357680"/>
            <a:ext cx="7033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0" name="TextBox 100"/>
          <p:cNvSpPr txBox="1"/>
          <p:nvPr/>
        </p:nvSpPr>
        <p:spPr>
          <a:xfrm rot="5400000">
            <a:off x="3245135" y="1344292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1" name="TextBox 101"/>
          <p:cNvSpPr txBox="1"/>
          <p:nvPr/>
        </p:nvSpPr>
        <p:spPr>
          <a:xfrm rot="5400000">
            <a:off x="3251850" y="1185595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2" name="TextBox 102"/>
          <p:cNvSpPr txBox="1"/>
          <p:nvPr/>
        </p:nvSpPr>
        <p:spPr>
          <a:xfrm rot="5400000">
            <a:off x="3970602" y="1156111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3" name="AutoShape 103"/>
          <p:cNvSpPr/>
          <p:nvPr/>
        </p:nvSpPr>
        <p:spPr>
          <a:xfrm>
            <a:off x="3970988" y="1044544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4" name="AutoShape 104"/>
          <p:cNvSpPr/>
          <p:nvPr/>
        </p:nvSpPr>
        <p:spPr>
          <a:xfrm flipH="1">
            <a:off x="4181184" y="1240631"/>
            <a:ext cx="0" cy="8370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5" name="AutoShape 105"/>
          <p:cNvSpPr/>
          <p:nvPr/>
        </p:nvSpPr>
        <p:spPr>
          <a:xfrm flipH="1">
            <a:off x="4198159" y="1240631"/>
            <a:ext cx="0" cy="8370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6" name="TextBox 106"/>
          <p:cNvSpPr txBox="1"/>
          <p:nvPr/>
        </p:nvSpPr>
        <p:spPr>
          <a:xfrm rot="-10800000">
            <a:off x="4092392" y="1320832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7" name="TextBox 107"/>
          <p:cNvSpPr txBox="1"/>
          <p:nvPr/>
        </p:nvSpPr>
        <p:spPr>
          <a:xfrm rot="-10800000">
            <a:off x="4252333" y="1320832"/>
            <a:ext cx="4206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8" name="AutoShape 108"/>
          <p:cNvSpPr/>
          <p:nvPr/>
        </p:nvSpPr>
        <p:spPr>
          <a:xfrm>
            <a:off x="4420568" y="1058939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9" name="AutoShape 109"/>
          <p:cNvSpPr/>
          <p:nvPr/>
        </p:nvSpPr>
        <p:spPr>
          <a:xfrm flipH="1">
            <a:off x="4479385" y="1165081"/>
            <a:ext cx="5227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0" name="AutoShape 110"/>
          <p:cNvSpPr/>
          <p:nvPr/>
        </p:nvSpPr>
        <p:spPr>
          <a:xfrm>
            <a:off x="4415805" y="1234137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1" name="AutoShape 111"/>
          <p:cNvSpPr/>
          <p:nvPr/>
        </p:nvSpPr>
        <p:spPr>
          <a:xfrm flipH="1">
            <a:off x="3470345" y="1079804"/>
            <a:ext cx="55027" cy="4355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2" name="AutoShape 112"/>
          <p:cNvSpPr/>
          <p:nvPr/>
        </p:nvSpPr>
        <p:spPr>
          <a:xfrm>
            <a:off x="3735414" y="1240631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3" name="AutoShape 113"/>
          <p:cNvSpPr/>
          <p:nvPr/>
        </p:nvSpPr>
        <p:spPr>
          <a:xfrm flipH="1" flipV="1">
            <a:off x="3473566" y="1419457"/>
            <a:ext cx="52042" cy="4778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4" name="AutoShape 114"/>
          <p:cNvSpPr/>
          <p:nvPr/>
        </p:nvSpPr>
        <p:spPr>
          <a:xfrm>
            <a:off x="3580346" y="1573439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5" name="AutoShape 115"/>
          <p:cNvSpPr/>
          <p:nvPr/>
        </p:nvSpPr>
        <p:spPr>
          <a:xfrm>
            <a:off x="3585109" y="939005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19582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07912" y="403937"/>
            <a:ext cx="2393658" cy="1415782"/>
            <a:chOff x="0" y="0"/>
            <a:chExt cx="1715666" cy="101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9" name="Freeform 39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0" name="Freeform 40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1" name="Freeform 41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2" name="Freeform 42"/>
          <p:cNvSpPr/>
          <p:nvPr/>
        </p:nvSpPr>
        <p:spPr>
          <a:xfrm>
            <a:off x="3255386" y="2436200"/>
            <a:ext cx="1174288" cy="937295"/>
          </a:xfrm>
          <a:custGeom>
            <a:avLst/>
            <a:gdLst/>
            <a:ahLst/>
            <a:cxnLst/>
            <a:rect l="l" t="t" r="r" b="b"/>
            <a:pathLst>
              <a:path w="1174288" h="937295">
                <a:moveTo>
                  <a:pt x="0" y="0"/>
                </a:moveTo>
                <a:lnTo>
                  <a:pt x="1174288" y="0"/>
                </a:lnTo>
                <a:lnTo>
                  <a:pt x="1174288" y="937295"/>
                </a:lnTo>
                <a:lnTo>
                  <a:pt x="0" y="9372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3" name="Group 43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4" name="TextBox 44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50" name="TextBox 5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53" name="TextBox 5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-36000" y="34055"/>
            <a:ext cx="3595800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09 — ASPIRIN (ACETYLSALICYLIC ACID)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67626" y="2109253"/>
            <a:ext cx="2614213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9843" y="1149676"/>
            <a:ext cx="1234731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C₉H₈O₄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382510" y="38441"/>
            <a:ext cx="202733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C₉H₈O₄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14720" y="2807675"/>
            <a:ext cx="1924977" cy="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CH3COOC6H4COOH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185973" y="1270368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385685" y="1265605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595800" y="1265605"/>
            <a:ext cx="98822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819732" y="1265605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830283" y="1449755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996844" y="1562980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148245" y="1449755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154846" y="1265605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004277" y="1102093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004277" y="882261"/>
            <a:ext cx="8890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810009" y="882261"/>
            <a:ext cx="98822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187734" y="882261"/>
            <a:ext cx="98822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379668" y="882261"/>
            <a:ext cx="100013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0" name="AutoShape 80"/>
          <p:cNvSpPr/>
          <p:nvPr/>
        </p:nvSpPr>
        <p:spPr>
          <a:xfrm>
            <a:off x="3859420" y="1430705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1" name="AutoShape 81"/>
          <p:cNvSpPr/>
          <p:nvPr/>
        </p:nvSpPr>
        <p:spPr>
          <a:xfrm>
            <a:off x="4204058" y="1430705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2" name="AutoShape 82"/>
          <p:cNvSpPr/>
          <p:nvPr/>
        </p:nvSpPr>
        <p:spPr>
          <a:xfrm flipH="1">
            <a:off x="3921822" y="1239810"/>
            <a:ext cx="61420" cy="408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3" name="AutoShape 83"/>
          <p:cNvSpPr/>
          <p:nvPr/>
        </p:nvSpPr>
        <p:spPr>
          <a:xfrm>
            <a:off x="3879496" y="1430705"/>
            <a:ext cx="0" cy="5227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4" name="AutoShape 84"/>
          <p:cNvSpPr/>
          <p:nvPr/>
        </p:nvSpPr>
        <p:spPr>
          <a:xfrm>
            <a:off x="4114909" y="1235218"/>
            <a:ext cx="60978" cy="4153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5" name="AutoShape 85"/>
          <p:cNvSpPr/>
          <p:nvPr/>
        </p:nvSpPr>
        <p:spPr>
          <a:xfrm flipH="1">
            <a:off x="4098455" y="1613014"/>
            <a:ext cx="61420" cy="408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6" name="AutoShape 86"/>
          <p:cNvSpPr/>
          <p:nvPr/>
        </p:nvSpPr>
        <p:spPr>
          <a:xfrm flipH="1">
            <a:off x="4088383" y="1594415"/>
            <a:ext cx="61420" cy="408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7" name="AutoShape 87"/>
          <p:cNvSpPr/>
          <p:nvPr/>
        </p:nvSpPr>
        <p:spPr>
          <a:xfrm>
            <a:off x="3919582" y="1598351"/>
            <a:ext cx="60978" cy="4153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8" name="AutoShape 88"/>
          <p:cNvSpPr/>
          <p:nvPr/>
        </p:nvSpPr>
        <p:spPr>
          <a:xfrm>
            <a:off x="4101136" y="1255986"/>
            <a:ext cx="60978" cy="4153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89" name="AutoShape 89"/>
          <p:cNvSpPr/>
          <p:nvPr/>
        </p:nvSpPr>
        <p:spPr>
          <a:xfrm>
            <a:off x="4053490" y="1047362"/>
            <a:ext cx="0" cy="737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0" name="AutoShape 90"/>
          <p:cNvSpPr/>
          <p:nvPr/>
        </p:nvSpPr>
        <p:spPr>
          <a:xfrm>
            <a:off x="4103565" y="974336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1" name="AutoShape 91"/>
          <p:cNvSpPr/>
          <p:nvPr/>
        </p:nvSpPr>
        <p:spPr>
          <a:xfrm>
            <a:off x="4296080" y="974336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2" name="AutoShape 92"/>
          <p:cNvSpPr/>
          <p:nvPr/>
        </p:nvSpPr>
        <p:spPr>
          <a:xfrm>
            <a:off x="3921822" y="969574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3" name="TextBox 93"/>
          <p:cNvSpPr txBox="1"/>
          <p:nvPr/>
        </p:nvSpPr>
        <p:spPr>
          <a:xfrm>
            <a:off x="2982298" y="1265605"/>
            <a:ext cx="100013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4" name="AutoShape 94"/>
          <p:cNvSpPr/>
          <p:nvPr/>
        </p:nvSpPr>
        <p:spPr>
          <a:xfrm>
            <a:off x="3093142" y="1362443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5" name="AutoShape 95"/>
          <p:cNvSpPr/>
          <p:nvPr/>
        </p:nvSpPr>
        <p:spPr>
          <a:xfrm>
            <a:off x="3720287" y="1357680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6" name="AutoShape 96"/>
          <p:cNvSpPr/>
          <p:nvPr/>
        </p:nvSpPr>
        <p:spPr>
          <a:xfrm>
            <a:off x="3503160" y="1357680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7" name="AutoShape 97"/>
          <p:cNvSpPr/>
          <p:nvPr/>
        </p:nvSpPr>
        <p:spPr>
          <a:xfrm>
            <a:off x="3292854" y="1362443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8" name="TextBox 98"/>
          <p:cNvSpPr txBox="1"/>
          <p:nvPr/>
        </p:nvSpPr>
        <p:spPr>
          <a:xfrm>
            <a:off x="3185973" y="1470196"/>
            <a:ext cx="100013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192841" y="1090886"/>
            <a:ext cx="100013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100" name="AutoShape 100"/>
          <p:cNvSpPr/>
          <p:nvPr/>
        </p:nvSpPr>
        <p:spPr>
          <a:xfrm>
            <a:off x="3238085" y="1237862"/>
            <a:ext cx="0" cy="737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1" name="AutoShape 101"/>
          <p:cNvSpPr/>
          <p:nvPr/>
        </p:nvSpPr>
        <p:spPr>
          <a:xfrm>
            <a:off x="3235186" y="1427152"/>
            <a:ext cx="0" cy="737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2" name="TextBox 102"/>
          <p:cNvSpPr txBox="1"/>
          <p:nvPr/>
        </p:nvSpPr>
        <p:spPr>
          <a:xfrm>
            <a:off x="3380724" y="1470196"/>
            <a:ext cx="98822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103" name="AutoShape 103"/>
          <p:cNvSpPr/>
          <p:nvPr/>
        </p:nvSpPr>
        <p:spPr>
          <a:xfrm>
            <a:off x="3417633" y="1430705"/>
            <a:ext cx="0" cy="737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4" name="AutoShape 104"/>
          <p:cNvSpPr/>
          <p:nvPr/>
        </p:nvSpPr>
        <p:spPr>
          <a:xfrm>
            <a:off x="3436683" y="1430705"/>
            <a:ext cx="0" cy="737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5" name="TextBox 105"/>
          <p:cNvSpPr txBox="1"/>
          <p:nvPr/>
        </p:nvSpPr>
        <p:spPr>
          <a:xfrm rot="9324979">
            <a:off x="3351516" y="1520384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6" name="TextBox 106"/>
          <p:cNvSpPr txBox="1"/>
          <p:nvPr/>
        </p:nvSpPr>
        <p:spPr>
          <a:xfrm rot="1622423">
            <a:off x="3472199" y="1473802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7" name="TextBox 107"/>
          <p:cNvSpPr txBox="1"/>
          <p:nvPr/>
        </p:nvSpPr>
        <p:spPr>
          <a:xfrm rot="5400000">
            <a:off x="3646974" y="1331645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8" name="TextBox 108"/>
          <p:cNvSpPr txBox="1"/>
          <p:nvPr/>
        </p:nvSpPr>
        <p:spPr>
          <a:xfrm rot="5400000">
            <a:off x="3646974" y="1190358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09" name="AutoShape 109"/>
          <p:cNvSpPr/>
          <p:nvPr/>
        </p:nvSpPr>
        <p:spPr>
          <a:xfrm flipH="1">
            <a:off x="4234569" y="1243365"/>
            <a:ext cx="56325" cy="4765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0" name="TextBox 110"/>
          <p:cNvSpPr txBox="1"/>
          <p:nvPr/>
        </p:nvSpPr>
        <p:spPr>
          <a:xfrm>
            <a:off x="4286555" y="1097145"/>
            <a:ext cx="100013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111" name="TextBox 111"/>
          <p:cNvSpPr txBox="1"/>
          <p:nvPr/>
        </p:nvSpPr>
        <p:spPr>
          <a:xfrm rot="2938393">
            <a:off x="3813815" y="799314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12" name="TextBox 112"/>
          <p:cNvSpPr txBox="1"/>
          <p:nvPr/>
        </p:nvSpPr>
        <p:spPr>
          <a:xfrm rot="6926519">
            <a:off x="3823959" y="950975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13" name="AutoShape 113"/>
          <p:cNvSpPr/>
          <p:nvPr/>
        </p:nvSpPr>
        <p:spPr>
          <a:xfrm>
            <a:off x="3921822" y="988659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4" name="TextBox 114"/>
          <p:cNvSpPr txBox="1"/>
          <p:nvPr/>
        </p:nvSpPr>
        <p:spPr>
          <a:xfrm rot="5400000">
            <a:off x="4231740" y="948587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15" name="TextBox 115"/>
          <p:cNvSpPr txBox="1"/>
          <p:nvPr/>
        </p:nvSpPr>
        <p:spPr>
          <a:xfrm rot="5400000">
            <a:off x="4234002" y="802251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16" name="AutoShape 116"/>
          <p:cNvSpPr/>
          <p:nvPr/>
        </p:nvSpPr>
        <p:spPr>
          <a:xfrm flipH="1">
            <a:off x="3783129" y="1598051"/>
            <a:ext cx="56325" cy="4765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7" name="AutoShape 117"/>
          <p:cNvSpPr/>
          <p:nvPr/>
        </p:nvSpPr>
        <p:spPr>
          <a:xfrm>
            <a:off x="4237663" y="1597624"/>
            <a:ext cx="49713" cy="545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8" name="TextBox 118"/>
          <p:cNvSpPr txBox="1"/>
          <p:nvPr/>
        </p:nvSpPr>
        <p:spPr>
          <a:xfrm>
            <a:off x="3699999" y="1611431"/>
            <a:ext cx="100013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276814" y="1611431"/>
            <a:ext cx="100013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3995603" y="1696410"/>
            <a:ext cx="100013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121" name="AutoShape 121"/>
          <p:cNvSpPr/>
          <p:nvPr/>
        </p:nvSpPr>
        <p:spPr>
          <a:xfrm>
            <a:off x="4046057" y="1712420"/>
            <a:ext cx="0" cy="313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86990" cy="3780000"/>
          </a:xfrm>
          <a:custGeom>
            <a:avLst/>
            <a:gdLst/>
            <a:ahLst/>
            <a:cxnLst/>
            <a:rect l="l" t="t" r="r" b="b"/>
            <a:pathLst>
              <a:path w="5486990" h="3780000">
                <a:moveTo>
                  <a:pt x="0" y="0"/>
                </a:moveTo>
                <a:lnTo>
                  <a:pt x="5486990" y="0"/>
                </a:lnTo>
                <a:lnTo>
                  <a:pt x="5486990" y="3780000"/>
                </a:lnTo>
                <a:lnTo>
                  <a:pt x="0" y="378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0" t="-80006" b="-80006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148021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5" name="Group 5"/>
          <p:cNvGrpSpPr/>
          <p:nvPr/>
        </p:nvGrpSpPr>
        <p:grpSpPr>
          <a:xfrm>
            <a:off x="195824" y="403937"/>
            <a:ext cx="2393658" cy="1415782"/>
            <a:chOff x="0" y="0"/>
            <a:chExt cx="1715666" cy="1014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021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9" name="Group 9"/>
          <p:cNvGrpSpPr/>
          <p:nvPr/>
        </p:nvGrpSpPr>
        <p:grpSpPr>
          <a:xfrm>
            <a:off x="195824" y="1986218"/>
            <a:ext cx="2393658" cy="1415782"/>
            <a:chOff x="0" y="0"/>
            <a:chExt cx="1715666" cy="101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664000" y="349475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5" y="0"/>
                </a:lnTo>
                <a:lnTo>
                  <a:pt x="2489265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3" name="Group 13"/>
          <p:cNvGrpSpPr/>
          <p:nvPr/>
        </p:nvGrpSpPr>
        <p:grpSpPr>
          <a:xfrm>
            <a:off x="2707912" y="403937"/>
            <a:ext cx="2393658" cy="1449901"/>
            <a:chOff x="0" y="0"/>
            <a:chExt cx="1715666" cy="10392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666" cy="1039223"/>
            </a:xfrm>
            <a:custGeom>
              <a:avLst/>
              <a:gdLst/>
              <a:ahLst/>
              <a:cxnLst/>
              <a:rect l="l" t="t" r="r" b="b"/>
              <a:pathLst>
                <a:path w="1715666" h="1039223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77771"/>
                  </a:lnTo>
                  <a:cubicBezTo>
                    <a:pt x="1715666" y="1011710"/>
                    <a:pt x="1688152" y="1039223"/>
                    <a:pt x="1654213" y="1039223"/>
                  </a:cubicBezTo>
                  <a:lnTo>
                    <a:pt x="61453" y="1039223"/>
                  </a:lnTo>
                  <a:cubicBezTo>
                    <a:pt x="45154" y="1039223"/>
                    <a:pt x="29524" y="1032749"/>
                    <a:pt x="17999" y="1021224"/>
                  </a:cubicBezTo>
                  <a:cubicBezTo>
                    <a:pt x="6474" y="1009700"/>
                    <a:pt x="0" y="994069"/>
                    <a:pt x="0" y="977771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15666" cy="1048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660109" y="1928660"/>
            <a:ext cx="2489265" cy="1530898"/>
          </a:xfrm>
          <a:custGeom>
            <a:avLst/>
            <a:gdLst/>
            <a:ahLst/>
            <a:cxnLst/>
            <a:rect l="l" t="t" r="r" b="b"/>
            <a:pathLst>
              <a:path w="2489265" h="1530898">
                <a:moveTo>
                  <a:pt x="0" y="0"/>
                </a:moveTo>
                <a:lnTo>
                  <a:pt x="2489264" y="0"/>
                </a:lnTo>
                <a:lnTo>
                  <a:pt x="2489264" y="1530898"/>
                </a:lnTo>
                <a:lnTo>
                  <a:pt x="0" y="1530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7" name="Group 17"/>
          <p:cNvGrpSpPr/>
          <p:nvPr/>
        </p:nvGrpSpPr>
        <p:grpSpPr>
          <a:xfrm>
            <a:off x="2707912" y="1986218"/>
            <a:ext cx="2393658" cy="1415782"/>
            <a:chOff x="0" y="0"/>
            <a:chExt cx="1715666" cy="10147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15666" cy="1014769"/>
            </a:xfrm>
            <a:custGeom>
              <a:avLst/>
              <a:gdLst/>
              <a:ahLst/>
              <a:cxnLst/>
              <a:rect l="l" t="t" r="r" b="b"/>
              <a:pathLst>
                <a:path w="1715666" h="1014769">
                  <a:moveTo>
                    <a:pt x="61453" y="0"/>
                  </a:moveTo>
                  <a:lnTo>
                    <a:pt x="1654213" y="0"/>
                  </a:lnTo>
                  <a:cubicBezTo>
                    <a:pt x="1670511" y="0"/>
                    <a:pt x="1686142" y="6474"/>
                    <a:pt x="1697667" y="17999"/>
                  </a:cubicBezTo>
                  <a:cubicBezTo>
                    <a:pt x="1709191" y="29524"/>
                    <a:pt x="1715666" y="45154"/>
                    <a:pt x="1715666" y="61453"/>
                  </a:cubicBezTo>
                  <a:lnTo>
                    <a:pt x="1715666" y="953316"/>
                  </a:lnTo>
                  <a:cubicBezTo>
                    <a:pt x="1715666" y="987255"/>
                    <a:pt x="1688152" y="1014769"/>
                    <a:pt x="1654213" y="1014769"/>
                  </a:cubicBezTo>
                  <a:lnTo>
                    <a:pt x="61453" y="1014769"/>
                  </a:lnTo>
                  <a:cubicBezTo>
                    <a:pt x="45154" y="1014769"/>
                    <a:pt x="29524" y="1008294"/>
                    <a:pt x="17999" y="996770"/>
                  </a:cubicBezTo>
                  <a:cubicBezTo>
                    <a:pt x="6474" y="985245"/>
                    <a:pt x="0" y="969614"/>
                    <a:pt x="0" y="953316"/>
                  </a:cubicBezTo>
                  <a:lnTo>
                    <a:pt x="0" y="61453"/>
                  </a:lnTo>
                  <a:cubicBezTo>
                    <a:pt x="0" y="45154"/>
                    <a:pt x="6474" y="29524"/>
                    <a:pt x="17999" y="17999"/>
                  </a:cubicBezTo>
                  <a:cubicBezTo>
                    <a:pt x="29524" y="6474"/>
                    <a:pt x="45154" y="0"/>
                    <a:pt x="61453" y="0"/>
                  </a:cubicBezTo>
                  <a:close/>
                </a:path>
              </a:pathLst>
            </a:custGeom>
            <a:solidFill>
              <a:srgbClr val="D9EBF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715666" cy="1024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95824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1" name="Freeform 21"/>
          <p:cNvSpPr/>
          <p:nvPr/>
        </p:nvSpPr>
        <p:spPr>
          <a:xfrm>
            <a:off x="2707912" y="326786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2" name="Freeform 22"/>
          <p:cNvSpPr/>
          <p:nvPr/>
        </p:nvSpPr>
        <p:spPr>
          <a:xfrm>
            <a:off x="195824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3" name="Freeform 23"/>
          <p:cNvSpPr/>
          <p:nvPr/>
        </p:nvSpPr>
        <p:spPr>
          <a:xfrm>
            <a:off x="2743912" y="1909055"/>
            <a:ext cx="2131200" cy="479520"/>
          </a:xfrm>
          <a:custGeom>
            <a:avLst/>
            <a:gdLst/>
            <a:ahLst/>
            <a:cxnLst/>
            <a:rect l="l" t="t" r="r" b="b"/>
            <a:pathLst>
              <a:path w="2131200" h="479520">
                <a:moveTo>
                  <a:pt x="0" y="0"/>
                </a:moveTo>
                <a:lnTo>
                  <a:pt x="2131200" y="0"/>
                </a:lnTo>
                <a:lnTo>
                  <a:pt x="2131200" y="479520"/>
                </a:lnTo>
                <a:lnTo>
                  <a:pt x="0" y="479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24" name="Group 24"/>
          <p:cNvGrpSpPr/>
          <p:nvPr/>
        </p:nvGrpSpPr>
        <p:grpSpPr>
          <a:xfrm>
            <a:off x="-57476" y="251"/>
            <a:ext cx="5467315" cy="297960"/>
            <a:chOff x="0" y="0"/>
            <a:chExt cx="3918724" cy="21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18724" cy="213564"/>
            </a:xfrm>
            <a:custGeom>
              <a:avLst/>
              <a:gdLst/>
              <a:ahLst/>
              <a:cxnLst/>
              <a:rect l="l" t="t" r="r" b="b"/>
              <a:pathLst>
                <a:path w="3918724" h="213564">
                  <a:moveTo>
                    <a:pt x="0" y="0"/>
                  </a:moveTo>
                  <a:lnTo>
                    <a:pt x="3918724" y="0"/>
                  </a:lnTo>
                  <a:lnTo>
                    <a:pt x="3918724" y="213564"/>
                  </a:lnTo>
                  <a:lnTo>
                    <a:pt x="0" y="213564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918724" cy="22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128150" y="3488133"/>
            <a:ext cx="5576517" cy="381778"/>
            <a:chOff x="0" y="0"/>
            <a:chExt cx="3996996" cy="27364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996" cy="273641"/>
            </a:xfrm>
            <a:custGeom>
              <a:avLst/>
              <a:gdLst/>
              <a:ahLst/>
              <a:cxnLst/>
              <a:rect l="l" t="t" r="r" b="b"/>
              <a:pathLst>
                <a:path w="3996996" h="273641">
                  <a:moveTo>
                    <a:pt x="0" y="0"/>
                  </a:moveTo>
                  <a:lnTo>
                    <a:pt x="3996996" y="0"/>
                  </a:lnTo>
                  <a:lnTo>
                    <a:pt x="3996996" y="273641"/>
                  </a:lnTo>
                  <a:lnTo>
                    <a:pt x="0" y="273641"/>
                  </a:lnTo>
                  <a:close/>
                </a:path>
              </a:pathLst>
            </a:custGeom>
            <a:solidFill>
              <a:srgbClr val="49749E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996996" cy="283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0" y="251166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1" name="Freeform 31"/>
          <p:cNvSpPr/>
          <p:nvPr/>
        </p:nvSpPr>
        <p:spPr>
          <a:xfrm>
            <a:off x="-67634" y="3507183"/>
            <a:ext cx="5409839" cy="60159"/>
          </a:xfrm>
          <a:custGeom>
            <a:avLst/>
            <a:gdLst/>
            <a:ahLst/>
            <a:cxnLst/>
            <a:rect l="l" t="t" r="r" b="b"/>
            <a:pathLst>
              <a:path w="5409839" h="60159">
                <a:moveTo>
                  <a:pt x="0" y="0"/>
                </a:moveTo>
                <a:lnTo>
                  <a:pt x="5409839" y="0"/>
                </a:lnTo>
                <a:lnTo>
                  <a:pt x="5409839" y="60159"/>
                </a:lnTo>
                <a:lnTo>
                  <a:pt x="0" y="6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2" r="-4053" b="-379999"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2" name="Freeform 32"/>
          <p:cNvSpPr/>
          <p:nvPr/>
        </p:nvSpPr>
        <p:spPr>
          <a:xfrm rot="-5400000">
            <a:off x="4158864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3" name="Freeform 33"/>
          <p:cNvSpPr/>
          <p:nvPr/>
        </p:nvSpPr>
        <p:spPr>
          <a:xfrm rot="-5400000">
            <a:off x="-979253" y="1829282"/>
            <a:ext cx="2131200" cy="85248"/>
          </a:xfrm>
          <a:custGeom>
            <a:avLst/>
            <a:gdLst/>
            <a:ahLst/>
            <a:cxnLst/>
            <a:rect l="l" t="t" r="r" b="b"/>
            <a:pathLst>
              <a:path w="2131200" h="85248">
                <a:moveTo>
                  <a:pt x="0" y="0"/>
                </a:moveTo>
                <a:lnTo>
                  <a:pt x="2131200" y="0"/>
                </a:lnTo>
                <a:lnTo>
                  <a:pt x="2131200" y="85248"/>
                </a:lnTo>
                <a:lnTo>
                  <a:pt x="0" y="85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4" name="Freeform 34"/>
          <p:cNvSpPr/>
          <p:nvPr/>
        </p:nvSpPr>
        <p:spPr>
          <a:xfrm>
            <a:off x="20034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5" name="Freeform 35"/>
          <p:cNvSpPr/>
          <p:nvPr/>
        </p:nvSpPr>
        <p:spPr>
          <a:xfrm>
            <a:off x="1409164" y="3586392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6" name="Freeform 36"/>
          <p:cNvSpPr/>
          <p:nvPr/>
        </p:nvSpPr>
        <p:spPr>
          <a:xfrm>
            <a:off x="2567626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5" y="0"/>
                </a:lnTo>
                <a:lnTo>
                  <a:pt x="132495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7" name="Freeform 37"/>
          <p:cNvSpPr/>
          <p:nvPr/>
        </p:nvSpPr>
        <p:spPr>
          <a:xfrm>
            <a:off x="3838494" y="3591881"/>
            <a:ext cx="132494" cy="132494"/>
          </a:xfrm>
          <a:custGeom>
            <a:avLst/>
            <a:gdLst/>
            <a:ahLst/>
            <a:cxnLst/>
            <a:rect l="l" t="t" r="r" b="b"/>
            <a:pathLst>
              <a:path w="132494" h="132494">
                <a:moveTo>
                  <a:pt x="0" y="0"/>
                </a:moveTo>
                <a:lnTo>
                  <a:pt x="132494" y="0"/>
                </a:lnTo>
                <a:lnTo>
                  <a:pt x="132494" y="132494"/>
                </a:lnTo>
                <a:lnTo>
                  <a:pt x="0" y="132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8" name="Freeform 38"/>
          <p:cNvSpPr/>
          <p:nvPr/>
        </p:nvSpPr>
        <p:spPr>
          <a:xfrm>
            <a:off x="20438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9" name="Freeform 39"/>
          <p:cNvSpPr/>
          <p:nvPr/>
        </p:nvSpPr>
        <p:spPr>
          <a:xfrm>
            <a:off x="1413200" y="3591881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7"/>
                </a:lnTo>
                <a:lnTo>
                  <a:pt x="0" y="128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0" name="Freeform 40"/>
          <p:cNvSpPr/>
          <p:nvPr/>
        </p:nvSpPr>
        <p:spPr>
          <a:xfrm>
            <a:off x="2573056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1" name="Freeform 41"/>
          <p:cNvSpPr/>
          <p:nvPr/>
        </p:nvSpPr>
        <p:spPr>
          <a:xfrm>
            <a:off x="3842530" y="3595917"/>
            <a:ext cx="128458" cy="128458"/>
          </a:xfrm>
          <a:custGeom>
            <a:avLst/>
            <a:gdLst/>
            <a:ahLst/>
            <a:cxnLst/>
            <a:rect l="l" t="t" r="r" b="b"/>
            <a:pathLst>
              <a:path w="128458" h="128458">
                <a:moveTo>
                  <a:pt x="0" y="0"/>
                </a:moveTo>
                <a:lnTo>
                  <a:pt x="128458" y="0"/>
                </a:lnTo>
                <a:lnTo>
                  <a:pt x="128458" y="128458"/>
                </a:lnTo>
                <a:lnTo>
                  <a:pt x="0" y="12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2" name="Freeform 42"/>
          <p:cNvSpPr/>
          <p:nvPr/>
        </p:nvSpPr>
        <p:spPr>
          <a:xfrm>
            <a:off x="3350476" y="2378269"/>
            <a:ext cx="1048514" cy="1023731"/>
          </a:xfrm>
          <a:custGeom>
            <a:avLst/>
            <a:gdLst/>
            <a:ahLst/>
            <a:cxnLst/>
            <a:rect l="l" t="t" r="r" b="b"/>
            <a:pathLst>
              <a:path w="1048514" h="1023731">
                <a:moveTo>
                  <a:pt x="0" y="0"/>
                </a:moveTo>
                <a:lnTo>
                  <a:pt x="1048514" y="0"/>
                </a:lnTo>
                <a:lnTo>
                  <a:pt x="1048514" y="1023731"/>
                </a:lnTo>
                <a:lnTo>
                  <a:pt x="0" y="1023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43" name="Group 43"/>
          <p:cNvGrpSpPr/>
          <p:nvPr/>
        </p:nvGrpSpPr>
        <p:grpSpPr>
          <a:xfrm>
            <a:off x="-15508" y="509733"/>
            <a:ext cx="722636" cy="253556"/>
            <a:chOff x="0" y="0"/>
            <a:chExt cx="963514" cy="338074"/>
          </a:xfrm>
        </p:grpSpPr>
        <p:sp>
          <p:nvSpPr>
            <p:cNvPr id="44" name="TextBox 44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02333" y="509733"/>
            <a:ext cx="722636" cy="253556"/>
            <a:chOff x="0" y="0"/>
            <a:chExt cx="963514" cy="33807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15508" y="2080398"/>
            <a:ext cx="722636" cy="253556"/>
            <a:chOff x="0" y="0"/>
            <a:chExt cx="963514" cy="338074"/>
          </a:xfrm>
        </p:grpSpPr>
        <p:sp>
          <p:nvSpPr>
            <p:cNvPr id="50" name="TextBox 50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40051" y="2080398"/>
            <a:ext cx="722636" cy="253556"/>
            <a:chOff x="0" y="0"/>
            <a:chExt cx="963514" cy="338074"/>
          </a:xfrm>
        </p:grpSpPr>
        <p:sp>
          <p:nvSpPr>
            <p:cNvPr id="53" name="TextBox 53"/>
            <p:cNvSpPr txBox="1"/>
            <p:nvPr/>
          </p:nvSpPr>
          <p:spPr>
            <a:xfrm>
              <a:off x="0" y="9525"/>
              <a:ext cx="963514" cy="238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11"/>
                </a:lnSpc>
              </a:pPr>
              <a:r>
                <a:rPr lang="en-US" sz="1223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74210"/>
              <a:ext cx="963514" cy="63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378000" y="34055"/>
            <a:ext cx="2027330" cy="19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AF5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10 — CAFFEINE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0660" y="490683"/>
            <a:ext cx="1313914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29671" y="490683"/>
            <a:ext cx="1512098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510" y="2033083"/>
            <a:ext cx="2614213" cy="30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FORMULA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567626" y="2109253"/>
            <a:ext cx="2614213" cy="1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0463" y="3605442"/>
            <a:ext cx="759746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Verified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89283" y="3605442"/>
            <a:ext cx="635444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Valence Checked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43912" y="3605442"/>
            <a:ext cx="750578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 order checked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004277" y="3605442"/>
            <a:ext cx="1097292" cy="9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connectivity confirmed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8092" y="1112828"/>
            <a:ext cx="1356482" cy="36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C₈H₁₀N₄O₂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22670" y="41010"/>
            <a:ext cx="202733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 i="1">
                <a:solidFill>
                  <a:srgbClr val="04274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Molecular Formula: C₈H₁₀N₄O₂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32051" y="2675059"/>
            <a:ext cx="1924977" cy="46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C8H10N4O2 or</a:t>
            </a:r>
          </a:p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C5HN4O2(CH3)3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623802" y="1059874"/>
            <a:ext cx="7119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806935" y="1197511"/>
            <a:ext cx="7119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450499" y="1207036"/>
            <a:ext cx="79587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457361" y="1347014"/>
            <a:ext cx="7119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802898" y="1347014"/>
            <a:ext cx="7119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23802" y="1451246"/>
            <a:ext cx="79587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970988" y="1059874"/>
            <a:ext cx="79587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148277" y="1197511"/>
            <a:ext cx="7119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010781" y="1390681"/>
            <a:ext cx="79587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625566" y="863484"/>
            <a:ext cx="79093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276386" y="1083830"/>
            <a:ext cx="7119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289296" y="1462162"/>
            <a:ext cx="79093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627753" y="1604493"/>
            <a:ext cx="7119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054456" y="885258"/>
            <a:ext cx="7119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119325" y="1083830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276386" y="921058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276386" y="1244209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627753" y="1719640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480997" y="1604493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764984" y="1604493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054456" y="770569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199428" y="885258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890907" y="880954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311419" y="1197511"/>
            <a:ext cx="80081" cy="13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id="91" name="AutoShape 91"/>
          <p:cNvSpPr/>
          <p:nvPr/>
        </p:nvSpPr>
        <p:spPr>
          <a:xfrm>
            <a:off x="4125647" y="957577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2" name="AutoShape 92"/>
          <p:cNvSpPr/>
          <p:nvPr/>
        </p:nvSpPr>
        <p:spPr>
          <a:xfrm>
            <a:off x="3973891" y="957577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3" name="AutoShape 93"/>
          <p:cNvSpPr/>
          <p:nvPr/>
        </p:nvSpPr>
        <p:spPr>
          <a:xfrm flipH="1" flipV="1">
            <a:off x="4093692" y="892378"/>
            <a:ext cx="634" cy="2386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4" name="AutoShape 94"/>
          <p:cNvSpPr/>
          <p:nvPr/>
        </p:nvSpPr>
        <p:spPr>
          <a:xfrm flipH="1" flipV="1">
            <a:off x="3672554" y="1726760"/>
            <a:ext cx="634" cy="2386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5" name="AutoShape 95"/>
          <p:cNvSpPr/>
          <p:nvPr/>
        </p:nvSpPr>
        <p:spPr>
          <a:xfrm>
            <a:off x="3694993" y="1676778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6" name="AutoShape 96"/>
          <p:cNvSpPr/>
          <p:nvPr/>
        </p:nvSpPr>
        <p:spPr>
          <a:xfrm>
            <a:off x="3553972" y="1676778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7" name="AutoShape 97"/>
          <p:cNvSpPr/>
          <p:nvPr/>
        </p:nvSpPr>
        <p:spPr>
          <a:xfrm flipV="1">
            <a:off x="3665112" y="1562779"/>
            <a:ext cx="0" cy="7378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8" name="AutoShape 98"/>
          <p:cNvSpPr/>
          <p:nvPr/>
        </p:nvSpPr>
        <p:spPr>
          <a:xfrm flipH="1" flipV="1">
            <a:off x="3535832" y="1476502"/>
            <a:ext cx="60248" cy="4258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9" name="AutoShape 99"/>
          <p:cNvSpPr/>
          <p:nvPr/>
        </p:nvSpPr>
        <p:spPr>
          <a:xfrm flipH="1">
            <a:off x="3734710" y="1474188"/>
            <a:ext cx="60285" cy="4253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0" name="AutoShape 100"/>
          <p:cNvSpPr/>
          <p:nvPr/>
        </p:nvSpPr>
        <p:spPr>
          <a:xfrm flipV="1">
            <a:off x="3490292" y="1320832"/>
            <a:ext cx="0" cy="5884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1" name="AutoShape 101"/>
          <p:cNvSpPr/>
          <p:nvPr/>
        </p:nvSpPr>
        <p:spPr>
          <a:xfrm flipV="1">
            <a:off x="3837768" y="1319562"/>
            <a:ext cx="0" cy="5884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2" name="AutoShape 102"/>
          <p:cNvSpPr/>
          <p:nvPr/>
        </p:nvSpPr>
        <p:spPr>
          <a:xfrm flipH="1" flipV="1">
            <a:off x="3731998" y="1147593"/>
            <a:ext cx="60248" cy="4258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3" name="AutoShape 103"/>
          <p:cNvSpPr/>
          <p:nvPr/>
        </p:nvSpPr>
        <p:spPr>
          <a:xfrm flipH="1">
            <a:off x="3522671" y="1147643"/>
            <a:ext cx="60285" cy="4253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4" name="AutoShape 104"/>
          <p:cNvSpPr/>
          <p:nvPr/>
        </p:nvSpPr>
        <p:spPr>
          <a:xfrm flipH="1" flipV="1">
            <a:off x="4081899" y="1151532"/>
            <a:ext cx="66379" cy="6502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5" name="AutoShape 105"/>
          <p:cNvSpPr/>
          <p:nvPr/>
        </p:nvSpPr>
        <p:spPr>
          <a:xfrm flipH="1">
            <a:off x="3874089" y="1151535"/>
            <a:ext cx="67067" cy="6502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6" name="AutoShape 106"/>
          <p:cNvSpPr/>
          <p:nvPr/>
        </p:nvSpPr>
        <p:spPr>
          <a:xfrm flipV="1">
            <a:off x="3852182" y="1319562"/>
            <a:ext cx="0" cy="5884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7" name="AutoShape 107"/>
          <p:cNvSpPr/>
          <p:nvPr/>
        </p:nvSpPr>
        <p:spPr>
          <a:xfrm flipH="1" flipV="1">
            <a:off x="3904292" y="1446961"/>
            <a:ext cx="81881" cy="2977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8" name="AutoShape 108"/>
          <p:cNvSpPr/>
          <p:nvPr/>
        </p:nvSpPr>
        <p:spPr>
          <a:xfrm flipH="1">
            <a:off x="4103724" y="1344063"/>
            <a:ext cx="55516" cy="7512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09" name="AutoShape 109"/>
          <p:cNvSpPr/>
          <p:nvPr/>
        </p:nvSpPr>
        <p:spPr>
          <a:xfrm flipH="1">
            <a:off x="4088931" y="1334538"/>
            <a:ext cx="55516" cy="7512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0" name="AutoShape 110"/>
          <p:cNvSpPr/>
          <p:nvPr/>
        </p:nvSpPr>
        <p:spPr>
          <a:xfrm>
            <a:off x="3654635" y="986356"/>
            <a:ext cx="0" cy="9341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1" name="AutoShape 111"/>
          <p:cNvSpPr/>
          <p:nvPr/>
        </p:nvSpPr>
        <p:spPr>
          <a:xfrm>
            <a:off x="3669875" y="985509"/>
            <a:ext cx="0" cy="9341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2" name="AutoShape 112"/>
          <p:cNvSpPr/>
          <p:nvPr/>
        </p:nvSpPr>
        <p:spPr>
          <a:xfrm flipH="1">
            <a:off x="4010781" y="1010479"/>
            <a:ext cx="73327" cy="6844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3" name="AutoShape 113"/>
          <p:cNvSpPr/>
          <p:nvPr/>
        </p:nvSpPr>
        <p:spPr>
          <a:xfrm>
            <a:off x="4228553" y="1269372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4" name="AutoShape 114"/>
          <p:cNvSpPr/>
          <p:nvPr/>
        </p:nvSpPr>
        <p:spPr>
          <a:xfrm>
            <a:off x="3202605" y="1163246"/>
            <a:ext cx="7378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5" name="AutoShape 115"/>
          <p:cNvSpPr/>
          <p:nvPr/>
        </p:nvSpPr>
        <p:spPr>
          <a:xfrm flipV="1">
            <a:off x="3315933" y="1044035"/>
            <a:ext cx="0" cy="5884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6" name="AutoShape 116"/>
          <p:cNvSpPr/>
          <p:nvPr/>
        </p:nvSpPr>
        <p:spPr>
          <a:xfrm flipV="1">
            <a:off x="3315933" y="1210527"/>
            <a:ext cx="0" cy="5884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7" name="AutoShape 117"/>
          <p:cNvSpPr/>
          <p:nvPr/>
        </p:nvSpPr>
        <p:spPr>
          <a:xfrm flipH="1" flipV="1">
            <a:off x="3385174" y="1162101"/>
            <a:ext cx="74050" cy="5613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8" name="AutoShape 118"/>
          <p:cNvSpPr/>
          <p:nvPr/>
        </p:nvSpPr>
        <p:spPr>
          <a:xfrm flipH="1">
            <a:off x="3368389" y="1447073"/>
            <a:ext cx="76063" cy="5422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19" name="AutoShape 119"/>
          <p:cNvSpPr/>
          <p:nvPr/>
        </p:nvSpPr>
        <p:spPr>
          <a:xfrm flipH="1">
            <a:off x="3378533" y="1460984"/>
            <a:ext cx="76063" cy="5422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120" name="TextBox 120"/>
          <p:cNvSpPr txBox="1"/>
          <p:nvPr/>
        </p:nvSpPr>
        <p:spPr>
          <a:xfrm rot="5400000">
            <a:off x="4013044" y="1105768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21" name="TextBox 121"/>
          <p:cNvSpPr txBox="1"/>
          <p:nvPr/>
        </p:nvSpPr>
        <p:spPr>
          <a:xfrm rot="1733542">
            <a:off x="3598452" y="796909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22" name="TextBox 122"/>
          <p:cNvSpPr txBox="1"/>
          <p:nvPr/>
        </p:nvSpPr>
        <p:spPr>
          <a:xfrm rot="-606168">
            <a:off x="3686168" y="795871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3521038" y="1154674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24" name="TextBox 124"/>
          <p:cNvSpPr txBox="1"/>
          <p:nvPr/>
        </p:nvSpPr>
        <p:spPr>
          <a:xfrm rot="641274">
            <a:off x="3248989" y="1402155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25" name="TextBox 125"/>
          <p:cNvSpPr txBox="1"/>
          <p:nvPr/>
        </p:nvSpPr>
        <p:spPr>
          <a:xfrm rot="3293645">
            <a:off x="3354497" y="1475039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26" name="TextBox 126"/>
          <p:cNvSpPr txBox="1"/>
          <p:nvPr/>
        </p:nvSpPr>
        <p:spPr>
          <a:xfrm rot="-5400000">
            <a:off x="3613916" y="1368244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27" name="TextBox 127"/>
          <p:cNvSpPr txBox="1"/>
          <p:nvPr/>
        </p:nvSpPr>
        <p:spPr>
          <a:xfrm rot="-5400000">
            <a:off x="3993994" y="1433969"/>
            <a:ext cx="5434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Custom</PresentationFormat>
  <Paragraphs>364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Canva Sans Bold Italics</vt:lpstr>
      <vt:lpstr>Chewy</vt:lpstr>
      <vt:lpstr>League Spartan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Cream Simple Typography Happy Birthday Card</dc:title>
  <dc:creator>windel</dc:creator>
  <cp:lastModifiedBy>windel narito</cp:lastModifiedBy>
  <cp:revision>2</cp:revision>
  <dcterms:created xsi:type="dcterms:W3CDTF">2006-08-16T00:00:00Z</dcterms:created>
  <dcterms:modified xsi:type="dcterms:W3CDTF">2026-10-12T05:37:08Z</dcterms:modified>
  <dc:identifier>DAHXGkQrNyQ</dc:identifier>
</cp:coreProperties>
</file>